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20208875" cy="7315200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117260" indent="38753" algn="just" rtl="0" fontAlgn="base">
      <a:spcBef>
        <a:spcPct val="10000"/>
      </a:spcBef>
      <a:spcAft>
        <a:spcPct val="10000"/>
      </a:spcAft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235025" indent="78005" algn="just" rtl="0" fontAlgn="base">
      <a:spcBef>
        <a:spcPct val="10000"/>
      </a:spcBef>
      <a:spcAft>
        <a:spcPct val="10000"/>
      </a:spcAft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352787" indent="117260" algn="just" rtl="0" fontAlgn="base">
      <a:spcBef>
        <a:spcPct val="10000"/>
      </a:spcBef>
      <a:spcAft>
        <a:spcPct val="10000"/>
      </a:spcAft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470551" indent="156515" algn="just" rtl="0" fontAlgn="base">
      <a:spcBef>
        <a:spcPct val="10000"/>
      </a:spcBef>
      <a:spcAft>
        <a:spcPct val="10000"/>
      </a:spcAft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724699" algn="l" defTabSz="289879" rtl="0" eaLnBrk="1" latinLnBrk="0" hangingPunct="1"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869638" algn="l" defTabSz="289879" rtl="0" eaLnBrk="1" latinLnBrk="0" hangingPunct="1"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014581" algn="l" defTabSz="289879" rtl="0" eaLnBrk="1" latinLnBrk="0" hangingPunct="1"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1159519" algn="l" defTabSz="289879" rtl="0" eaLnBrk="1" latinLnBrk="0" hangingPunct="1">
      <a:defRPr sz="826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6" userDrawn="1">
          <p15:clr>
            <a:srgbClr val="A4A3A4"/>
          </p15:clr>
        </p15:guide>
        <p15:guide id="2" pos="4371" userDrawn="1">
          <p15:clr>
            <a:srgbClr val="A4A3A4"/>
          </p15:clr>
        </p15:guide>
        <p15:guide id="3" orient="horz" pos="2304" userDrawn="1">
          <p15:clr>
            <a:srgbClr val="A4A3A4"/>
          </p15:clr>
        </p15:guide>
        <p15:guide id="4" pos="42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>
        <p:scale>
          <a:sx n="50" d="100"/>
          <a:sy n="50" d="100"/>
        </p:scale>
        <p:origin x="456" y="396"/>
      </p:cViewPr>
      <p:guideLst>
        <p:guide orient="horz" pos="2496"/>
        <p:guide pos="4371"/>
        <p:guide orient="horz" pos="2304"/>
        <p:guide pos="42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309688" y="698500"/>
            <a:ext cx="9629776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310" kern="1200">
        <a:solidFill>
          <a:schemeClr val="tx1"/>
        </a:solidFill>
        <a:latin typeface="Arial" charset="0"/>
        <a:ea typeface="+mn-ea"/>
        <a:cs typeface="+mn-cs"/>
      </a:defRPr>
    </a:lvl1pPr>
    <a:lvl2pPr marL="117260" algn="l" rtl="0" eaLnBrk="0" fontAlgn="base" hangingPunct="0">
      <a:spcBef>
        <a:spcPct val="30000"/>
      </a:spcBef>
      <a:spcAft>
        <a:spcPct val="0"/>
      </a:spcAft>
      <a:defRPr sz="310" kern="1200">
        <a:solidFill>
          <a:schemeClr val="tx1"/>
        </a:solidFill>
        <a:latin typeface="Arial" charset="0"/>
        <a:ea typeface="+mn-ea"/>
        <a:cs typeface="+mn-cs"/>
      </a:defRPr>
    </a:lvl2pPr>
    <a:lvl3pPr marL="235025" algn="l" rtl="0" eaLnBrk="0" fontAlgn="base" hangingPunct="0">
      <a:spcBef>
        <a:spcPct val="30000"/>
      </a:spcBef>
      <a:spcAft>
        <a:spcPct val="0"/>
      </a:spcAft>
      <a:defRPr sz="310" kern="1200">
        <a:solidFill>
          <a:schemeClr val="tx1"/>
        </a:solidFill>
        <a:latin typeface="Arial" charset="0"/>
        <a:ea typeface="+mn-ea"/>
        <a:cs typeface="+mn-cs"/>
      </a:defRPr>
    </a:lvl3pPr>
    <a:lvl4pPr marL="352787" algn="l" rtl="0" eaLnBrk="0" fontAlgn="base" hangingPunct="0">
      <a:spcBef>
        <a:spcPct val="30000"/>
      </a:spcBef>
      <a:spcAft>
        <a:spcPct val="0"/>
      </a:spcAft>
      <a:defRPr sz="310" kern="1200">
        <a:solidFill>
          <a:schemeClr val="tx1"/>
        </a:solidFill>
        <a:latin typeface="Arial" charset="0"/>
        <a:ea typeface="+mn-ea"/>
        <a:cs typeface="+mn-cs"/>
      </a:defRPr>
    </a:lvl4pPr>
    <a:lvl5pPr marL="470551" algn="l" rtl="0" eaLnBrk="0" fontAlgn="base" hangingPunct="0">
      <a:spcBef>
        <a:spcPct val="30000"/>
      </a:spcBef>
      <a:spcAft>
        <a:spcPct val="0"/>
      </a:spcAft>
      <a:defRPr sz="310" kern="1200">
        <a:solidFill>
          <a:schemeClr val="tx1"/>
        </a:solidFill>
        <a:latin typeface="Arial" charset="0"/>
        <a:ea typeface="+mn-ea"/>
        <a:cs typeface="+mn-cs"/>
      </a:defRPr>
    </a:lvl5pPr>
    <a:lvl6pPr marL="588800" algn="l" defTabSz="235522" rtl="0" eaLnBrk="1" latinLnBrk="0" hangingPunct="1">
      <a:defRPr sz="310" kern="1200">
        <a:solidFill>
          <a:schemeClr val="tx1"/>
        </a:solidFill>
        <a:latin typeface="+mn-lt"/>
        <a:ea typeface="+mn-ea"/>
        <a:cs typeface="+mn-cs"/>
      </a:defRPr>
    </a:lvl6pPr>
    <a:lvl7pPr marL="706561" algn="l" defTabSz="235522" rtl="0" eaLnBrk="1" latinLnBrk="0" hangingPunct="1">
      <a:defRPr sz="310" kern="1200">
        <a:solidFill>
          <a:schemeClr val="tx1"/>
        </a:solidFill>
        <a:latin typeface="+mn-lt"/>
        <a:ea typeface="+mn-ea"/>
        <a:cs typeface="+mn-cs"/>
      </a:defRPr>
    </a:lvl7pPr>
    <a:lvl8pPr marL="824321" algn="l" defTabSz="235522" rtl="0" eaLnBrk="1" latinLnBrk="0" hangingPunct="1">
      <a:defRPr sz="310" kern="1200">
        <a:solidFill>
          <a:schemeClr val="tx1"/>
        </a:solidFill>
        <a:latin typeface="+mn-lt"/>
        <a:ea typeface="+mn-ea"/>
        <a:cs typeface="+mn-cs"/>
      </a:defRPr>
    </a:lvl8pPr>
    <a:lvl9pPr marL="942081" algn="l" defTabSz="235522" rtl="0" eaLnBrk="1" latinLnBrk="0" hangingPunct="1">
      <a:defRPr sz="3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309688" y="698500"/>
            <a:ext cx="9629776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2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5963" y="2272507"/>
            <a:ext cx="17176958" cy="1567921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1199" y="4145232"/>
            <a:ext cx="14146505" cy="1869546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9" indent="0" algn="ctr">
              <a:buNone/>
              <a:defRPr/>
            </a:lvl3pPr>
            <a:lvl4pPr marL="333837" indent="0" algn="ctr">
              <a:buNone/>
              <a:defRPr/>
            </a:lvl4pPr>
            <a:lvl5pPr marL="445121" indent="0" algn="ctr">
              <a:buNone/>
              <a:defRPr/>
            </a:lvl5pPr>
            <a:lvl6pPr marL="556397" indent="0" algn="ctr">
              <a:buNone/>
              <a:defRPr/>
            </a:lvl6pPr>
            <a:lvl7pPr marL="667676" indent="0" algn="ctr">
              <a:buNone/>
              <a:defRPr/>
            </a:lvl7pPr>
            <a:lvl8pPr marL="778959" indent="0" algn="ctr">
              <a:buNone/>
              <a:defRPr/>
            </a:lvl8pPr>
            <a:lvl9pPr marL="89023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57" y="292894"/>
            <a:ext cx="18188573" cy="1219200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57" y="1706829"/>
            <a:ext cx="18188573" cy="4827852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369" y="4700593"/>
            <a:ext cx="17177689" cy="1453091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369" y="3100388"/>
            <a:ext cx="17177689" cy="160020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6"/>
            </a:lvl2pPr>
            <a:lvl3pPr marL="222559" indent="0">
              <a:buNone/>
              <a:defRPr sz="390"/>
            </a:lvl3pPr>
            <a:lvl4pPr marL="333837" indent="0">
              <a:buNone/>
              <a:defRPr sz="390"/>
            </a:lvl4pPr>
            <a:lvl5pPr marL="445121" indent="0">
              <a:buNone/>
              <a:defRPr sz="390"/>
            </a:lvl5pPr>
            <a:lvl6pPr marL="556397" indent="0">
              <a:buNone/>
              <a:defRPr sz="390"/>
            </a:lvl6pPr>
            <a:lvl7pPr marL="667676" indent="0">
              <a:buNone/>
              <a:defRPr sz="390"/>
            </a:lvl7pPr>
            <a:lvl8pPr marL="778959" indent="0">
              <a:buNone/>
              <a:defRPr sz="390"/>
            </a:lvl8pPr>
            <a:lvl9pPr marL="890238" indent="0">
              <a:buNone/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57" y="292894"/>
            <a:ext cx="18188573" cy="1219200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0158" y="1706829"/>
            <a:ext cx="9059200" cy="4827852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3"/>
            </a:lvl1pPr>
            <a:lvl2pPr>
              <a:defRPr sz="589"/>
            </a:lvl2pPr>
            <a:lvl3pPr>
              <a:defRPr sz="488"/>
            </a:lvl3pPr>
            <a:lvl4pPr>
              <a:defRPr sz="456"/>
            </a:lvl4pPr>
            <a:lvl5pPr>
              <a:defRPr sz="456"/>
            </a:lvl5pPr>
            <a:lvl6pPr>
              <a:defRPr sz="456"/>
            </a:lvl6pPr>
            <a:lvl7pPr>
              <a:defRPr sz="456"/>
            </a:lvl7pPr>
            <a:lvl8pPr>
              <a:defRPr sz="456"/>
            </a:lvl8pPr>
            <a:lvl9pPr>
              <a:defRPr sz="4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9535" y="1706829"/>
            <a:ext cx="9059200" cy="4827852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3"/>
            </a:lvl1pPr>
            <a:lvl2pPr>
              <a:defRPr sz="589"/>
            </a:lvl2pPr>
            <a:lvl3pPr>
              <a:defRPr sz="488"/>
            </a:lvl3pPr>
            <a:lvl4pPr>
              <a:defRPr sz="456"/>
            </a:lvl4pPr>
            <a:lvl5pPr>
              <a:defRPr sz="456"/>
            </a:lvl5pPr>
            <a:lvl6pPr>
              <a:defRPr sz="456"/>
            </a:lvl6pPr>
            <a:lvl7pPr>
              <a:defRPr sz="456"/>
            </a:lvl7pPr>
            <a:lvl8pPr>
              <a:defRPr sz="456"/>
            </a:lvl8pPr>
            <a:lvl9pPr>
              <a:defRPr sz="4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57" y="292894"/>
            <a:ext cx="18188573" cy="1219200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0163" y="1637511"/>
            <a:ext cx="8929095" cy="682361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9" b="1"/>
            </a:lvl1pPr>
            <a:lvl2pPr marL="111280" indent="0">
              <a:buNone/>
              <a:defRPr sz="488" b="1"/>
            </a:lvl2pPr>
            <a:lvl3pPr marL="222559" indent="0">
              <a:buNone/>
              <a:defRPr sz="456" b="1"/>
            </a:lvl3pPr>
            <a:lvl4pPr marL="333837" indent="0">
              <a:buNone/>
              <a:defRPr sz="390" b="1"/>
            </a:lvl4pPr>
            <a:lvl5pPr marL="445121" indent="0">
              <a:buNone/>
              <a:defRPr sz="390" b="1"/>
            </a:lvl5pPr>
            <a:lvl6pPr marL="556397" indent="0">
              <a:buNone/>
              <a:defRPr sz="390" b="1"/>
            </a:lvl6pPr>
            <a:lvl7pPr marL="667676" indent="0">
              <a:buNone/>
              <a:defRPr sz="390" b="1"/>
            </a:lvl7pPr>
            <a:lvl8pPr marL="778959" indent="0">
              <a:buNone/>
              <a:defRPr sz="390" b="1"/>
            </a:lvl8pPr>
            <a:lvl9pPr marL="890238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0163" y="2319870"/>
            <a:ext cx="8929095" cy="421481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9"/>
            </a:lvl1pPr>
            <a:lvl2pPr>
              <a:defRPr sz="488"/>
            </a:lvl2pPr>
            <a:lvl3pPr>
              <a:defRPr sz="456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65982" y="1637511"/>
            <a:ext cx="8932749" cy="682361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9" b="1"/>
            </a:lvl1pPr>
            <a:lvl2pPr marL="111280" indent="0">
              <a:buNone/>
              <a:defRPr sz="488" b="1"/>
            </a:lvl2pPr>
            <a:lvl3pPr marL="222559" indent="0">
              <a:buNone/>
              <a:defRPr sz="456" b="1"/>
            </a:lvl3pPr>
            <a:lvl4pPr marL="333837" indent="0">
              <a:buNone/>
              <a:defRPr sz="390" b="1"/>
            </a:lvl4pPr>
            <a:lvl5pPr marL="445121" indent="0">
              <a:buNone/>
              <a:defRPr sz="390" b="1"/>
            </a:lvl5pPr>
            <a:lvl6pPr marL="556397" indent="0">
              <a:buNone/>
              <a:defRPr sz="390" b="1"/>
            </a:lvl6pPr>
            <a:lvl7pPr marL="667676" indent="0">
              <a:buNone/>
              <a:defRPr sz="390" b="1"/>
            </a:lvl7pPr>
            <a:lvl8pPr marL="778959" indent="0">
              <a:buNone/>
              <a:defRPr sz="390" b="1"/>
            </a:lvl8pPr>
            <a:lvl9pPr marL="890238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65982" y="2319870"/>
            <a:ext cx="8932749" cy="421481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9"/>
            </a:lvl1pPr>
            <a:lvl2pPr>
              <a:defRPr sz="488"/>
            </a:lvl2pPr>
            <a:lvl3pPr>
              <a:defRPr sz="456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57" y="292894"/>
            <a:ext cx="18188573" cy="1219200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62" y="291307"/>
            <a:ext cx="6648581" cy="1239573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1408" y="291309"/>
            <a:ext cx="11297322" cy="6243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0"/>
            </a:lvl1pPr>
            <a:lvl2pPr>
              <a:defRPr sz="683"/>
            </a:lvl2pPr>
            <a:lvl3pPr>
              <a:defRPr sz="589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0162" y="1530880"/>
            <a:ext cx="6648581" cy="500380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90"/>
            </a:lvl1pPr>
            <a:lvl2pPr marL="111280" indent="0">
              <a:buNone/>
              <a:defRPr sz="390"/>
            </a:lvl2pPr>
            <a:lvl3pPr marL="222559" indent="0">
              <a:buNone/>
              <a:defRPr sz="390"/>
            </a:lvl3pPr>
            <a:lvl4pPr marL="333837" indent="0">
              <a:buNone/>
              <a:defRPr sz="390"/>
            </a:lvl4pPr>
            <a:lvl5pPr marL="445121" indent="0">
              <a:buNone/>
              <a:defRPr sz="390"/>
            </a:lvl5pPr>
            <a:lvl6pPr marL="556397" indent="0">
              <a:buNone/>
              <a:defRPr sz="390"/>
            </a:lvl6pPr>
            <a:lvl7pPr marL="667676" indent="0">
              <a:buNone/>
              <a:defRPr sz="390"/>
            </a:lvl7pPr>
            <a:lvl8pPr marL="778959" indent="0">
              <a:buNone/>
              <a:defRPr sz="390"/>
            </a:lvl8pPr>
            <a:lvl9pPr marL="890238" indent="0">
              <a:buNone/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0946" y="5120750"/>
            <a:ext cx="12125471" cy="604309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60946" y="653523"/>
            <a:ext cx="12125471" cy="4389173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0"/>
            </a:lvl1pPr>
            <a:lvl2pPr marL="111280" indent="0">
              <a:buNone/>
              <a:defRPr sz="683"/>
            </a:lvl2pPr>
            <a:lvl3pPr marL="222559" indent="0">
              <a:buNone/>
              <a:defRPr sz="589"/>
            </a:lvl3pPr>
            <a:lvl4pPr marL="333837" indent="0">
              <a:buNone/>
              <a:defRPr sz="488"/>
            </a:lvl4pPr>
            <a:lvl5pPr marL="445121" indent="0">
              <a:buNone/>
              <a:defRPr sz="488"/>
            </a:lvl5pPr>
            <a:lvl6pPr marL="556397" indent="0">
              <a:buNone/>
              <a:defRPr sz="488"/>
            </a:lvl6pPr>
            <a:lvl7pPr marL="667676" indent="0">
              <a:buNone/>
              <a:defRPr sz="488"/>
            </a:lvl7pPr>
            <a:lvl8pPr marL="778959" indent="0">
              <a:buNone/>
              <a:defRPr sz="488"/>
            </a:lvl8pPr>
            <a:lvl9pPr marL="890238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0946" y="5725057"/>
            <a:ext cx="12125471" cy="858573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90"/>
            </a:lvl1pPr>
            <a:lvl2pPr marL="111280" indent="0">
              <a:buNone/>
              <a:defRPr sz="390"/>
            </a:lvl2pPr>
            <a:lvl3pPr marL="222559" indent="0">
              <a:buNone/>
              <a:defRPr sz="390"/>
            </a:lvl3pPr>
            <a:lvl4pPr marL="333837" indent="0">
              <a:buNone/>
              <a:defRPr sz="390"/>
            </a:lvl4pPr>
            <a:lvl5pPr marL="445121" indent="0">
              <a:buNone/>
              <a:defRPr sz="390"/>
            </a:lvl5pPr>
            <a:lvl6pPr marL="556397" indent="0">
              <a:buNone/>
              <a:defRPr sz="390"/>
            </a:lvl6pPr>
            <a:lvl7pPr marL="667676" indent="0">
              <a:buNone/>
              <a:defRPr sz="390"/>
            </a:lvl7pPr>
            <a:lvl8pPr marL="778959" indent="0">
              <a:buNone/>
              <a:defRPr sz="390"/>
            </a:lvl8pPr>
            <a:lvl9pPr marL="890238" indent="0">
              <a:buNone/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57" y="292894"/>
            <a:ext cx="18188573" cy="1219200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0157" y="1706829"/>
            <a:ext cx="18188573" cy="4827852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651594" y="292895"/>
            <a:ext cx="4547143" cy="6241785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0161" y="292895"/>
            <a:ext cx="13571259" cy="6241785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9" rtl="0" eaLnBrk="0" fontAlgn="base" hangingPunct="0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9" rtl="0" eaLnBrk="0" fontAlgn="base" hangingPunct="0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2pPr>
      <a:lvl3pPr algn="ctr" defTabSz="264419" rtl="0" eaLnBrk="0" fontAlgn="base" hangingPunct="0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3pPr>
      <a:lvl4pPr algn="ctr" defTabSz="264419" rtl="0" eaLnBrk="0" fontAlgn="base" hangingPunct="0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4pPr>
      <a:lvl5pPr algn="ctr" defTabSz="264419" rtl="0" eaLnBrk="0" fontAlgn="base" hangingPunct="0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5pPr>
      <a:lvl6pPr marL="111280" algn="ctr" defTabSz="265063" rtl="0" fontAlgn="base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6pPr>
      <a:lvl7pPr marL="222559" algn="ctr" defTabSz="265063" rtl="0" fontAlgn="base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7pPr>
      <a:lvl8pPr marL="333837" algn="ctr" defTabSz="265063" rtl="0" fontAlgn="base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8pPr>
      <a:lvl9pPr marL="445121" algn="ctr" defTabSz="265063" rtl="0" fontAlgn="base">
        <a:spcBef>
          <a:spcPct val="0"/>
        </a:spcBef>
        <a:spcAft>
          <a:spcPct val="0"/>
        </a:spcAft>
        <a:defRPr sz="1201">
          <a:solidFill>
            <a:schemeClr val="tx2"/>
          </a:solidFill>
          <a:latin typeface="Arial" charset="0"/>
        </a:defRPr>
      </a:lvl9pPr>
    </p:titleStyle>
    <p:bodyStyle>
      <a:lvl1pPr marL="99397" indent="-99397" algn="l" defTabSz="264419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29" indent="-82274" algn="l" defTabSz="264419" rtl="0" eaLnBrk="0" fontAlgn="base" hangingPunct="0">
        <a:spcBef>
          <a:spcPct val="20000"/>
        </a:spcBef>
        <a:spcAft>
          <a:spcPct val="0"/>
        </a:spcAft>
        <a:buChar char="–"/>
        <a:defRPr sz="811">
          <a:solidFill>
            <a:schemeClr val="tx1"/>
          </a:solidFill>
          <a:latin typeface="+mn-lt"/>
        </a:defRPr>
      </a:lvl2pPr>
      <a:lvl3pPr marL="330519" indent="-65153" algn="l" defTabSz="264419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4" indent="-65153" algn="l" defTabSz="264419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8" indent="-65153" algn="l" defTabSz="264419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5" indent="-65687" algn="l" defTabSz="265063" rtl="0" fontAlgn="base">
        <a:spcBef>
          <a:spcPct val="20000"/>
        </a:spcBef>
        <a:spcAft>
          <a:spcPct val="0"/>
        </a:spcAft>
        <a:buChar char="»"/>
        <a:defRPr sz="554">
          <a:solidFill>
            <a:schemeClr val="tx1"/>
          </a:solidFill>
          <a:latin typeface="+mn-lt"/>
        </a:defRPr>
      </a:lvl6pPr>
      <a:lvl7pPr marL="817984" indent="-65687" algn="l" defTabSz="265063" rtl="0" fontAlgn="base">
        <a:spcBef>
          <a:spcPct val="20000"/>
        </a:spcBef>
        <a:spcAft>
          <a:spcPct val="0"/>
        </a:spcAft>
        <a:buChar char="»"/>
        <a:defRPr sz="554">
          <a:solidFill>
            <a:schemeClr val="tx1"/>
          </a:solidFill>
          <a:latin typeface="+mn-lt"/>
        </a:defRPr>
      </a:lvl7pPr>
      <a:lvl8pPr marL="929263" indent="-65687" algn="l" defTabSz="265063" rtl="0" fontAlgn="base">
        <a:spcBef>
          <a:spcPct val="20000"/>
        </a:spcBef>
        <a:spcAft>
          <a:spcPct val="0"/>
        </a:spcAft>
        <a:buChar char="»"/>
        <a:defRPr sz="554">
          <a:solidFill>
            <a:schemeClr val="tx1"/>
          </a:solidFill>
          <a:latin typeface="+mn-lt"/>
        </a:defRPr>
      </a:lvl8pPr>
      <a:lvl9pPr marL="1040543" indent="-65687" algn="l" defTabSz="265063" rtl="0" fontAlgn="base">
        <a:spcBef>
          <a:spcPct val="20000"/>
        </a:spcBef>
        <a:spcAft>
          <a:spcPct val="0"/>
        </a:spcAft>
        <a:buChar char="»"/>
        <a:defRPr sz="554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2pPr>
      <a:lvl3pPr marL="222559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3pPr>
      <a:lvl4pPr marL="333837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4pPr>
      <a:lvl5pPr marL="445121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5pPr>
      <a:lvl6pPr marL="556397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6pPr>
      <a:lvl7pPr marL="667676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7pPr>
      <a:lvl8pPr marL="778959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8pPr>
      <a:lvl9pPr marL="890238" algn="l" defTabSz="222559" rtl="0" eaLnBrk="1" latinLnBrk="0" hangingPunct="1">
        <a:defRPr sz="4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935F39-BE97-439E-95C2-55314D36F88A}"/>
              </a:ext>
            </a:extLst>
          </p:cNvPr>
          <p:cNvGrpSpPr/>
          <p:nvPr/>
        </p:nvGrpSpPr>
        <p:grpSpPr>
          <a:xfrm>
            <a:off x="1254660" y="606510"/>
            <a:ext cx="17568791" cy="5682928"/>
            <a:chOff x="-4614264" y="-12062357"/>
            <a:chExt cx="17568791" cy="5682928"/>
          </a:xfrm>
        </p:grpSpPr>
        <p:sp>
          <p:nvSpPr>
            <p:cNvPr id="13" name="TextBox 12"/>
            <p:cNvSpPr txBox="1"/>
            <p:nvPr/>
          </p:nvSpPr>
          <p:spPr>
            <a:xfrm>
              <a:off x="-4614264" y="-11469275"/>
              <a:ext cx="4212468" cy="175432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Palatino"/>
                </a:rPr>
                <a:t>Determine possible image threshold ranges (</a:t>
              </a:r>
              <a:r>
                <a:rPr lang="en-US" sz="3600" i="1" dirty="0" err="1">
                  <a:latin typeface="Palatino"/>
                </a:rPr>
                <a:t>t</a:t>
              </a:r>
              <a:r>
                <a:rPr lang="en-US" sz="3600" baseline="-25000" dirty="0" err="1">
                  <a:latin typeface="Palatino"/>
                </a:rPr>
                <a:t>max</a:t>
              </a:r>
              <a:r>
                <a:rPr lang="en-US" sz="3600" baseline="-25000" dirty="0">
                  <a:latin typeface="Palatino"/>
                </a:rPr>
                <a:t> </a:t>
              </a:r>
              <a:r>
                <a:rPr lang="en-US" sz="3600" dirty="0">
                  <a:latin typeface="Palatino"/>
                </a:rPr>
                <a:t>: </a:t>
              </a:r>
              <a:r>
                <a:rPr lang="en-US" sz="3600" i="1" dirty="0" err="1">
                  <a:latin typeface="Palatino"/>
                </a:rPr>
                <a:t>t</a:t>
              </a:r>
              <a:r>
                <a:rPr lang="en-US" sz="3600" baseline="-25000" dirty="0" err="1">
                  <a:latin typeface="Palatino"/>
                </a:rPr>
                <a:t>min</a:t>
              </a:r>
              <a:r>
                <a:rPr lang="en-US" sz="3600" dirty="0">
                  <a:latin typeface="Palatino"/>
                </a:rPr>
                <a:t>)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61608" y="-10882029"/>
              <a:ext cx="1980220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i="1" dirty="0">
                  <a:latin typeface="Palatino"/>
                </a:rPr>
                <a:t>t</a:t>
              </a:r>
              <a:r>
                <a:rPr lang="en-US" sz="3600" dirty="0">
                  <a:latin typeface="Palatino"/>
                </a:rPr>
                <a:t> = </a:t>
              </a:r>
              <a:r>
                <a:rPr lang="en-US" sz="3600" i="1" dirty="0" err="1">
                  <a:latin typeface="Palatino"/>
                </a:rPr>
                <a:t>t</a:t>
              </a:r>
              <a:r>
                <a:rPr lang="en-US" sz="3600" baseline="-25000" dirty="0" err="1">
                  <a:latin typeface="Palatino"/>
                </a:rPr>
                <a:t>max</a:t>
              </a:r>
              <a:endParaRPr lang="en-US" sz="3600" dirty="0">
                <a:latin typeface="Palatino"/>
              </a:endParaRPr>
            </a:p>
          </p:txBody>
        </p:sp>
        <p:cxnSp>
          <p:nvCxnSpPr>
            <p:cNvPr id="75" name="Straight Arrow Connector 74"/>
            <p:cNvCxnSpPr/>
            <p:nvPr/>
          </p:nvCxnSpPr>
          <p:spPr bwMode="auto">
            <a:xfrm>
              <a:off x="2241826" y="-10539649"/>
              <a:ext cx="668746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6" name="TextBox 75"/>
            <p:cNvSpPr txBox="1"/>
            <p:nvPr/>
          </p:nvSpPr>
          <p:spPr>
            <a:xfrm>
              <a:off x="2910575" y="-11144448"/>
              <a:ext cx="4931965" cy="120032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Palatino"/>
                </a:rPr>
                <a:t>Segment at threshold (mask = image &lt; </a:t>
              </a:r>
              <a:r>
                <a:rPr lang="en-US" sz="3600" i="1" dirty="0">
                  <a:latin typeface="Palatino"/>
                </a:rPr>
                <a:t>t</a:t>
              </a:r>
              <a:r>
                <a:rPr lang="en-US" sz="3600" dirty="0">
                  <a:latin typeface="Palatino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8742640" y="-11155479"/>
                  <a:ext cx="4211887" cy="123072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latin typeface="Palatino"/>
                    </a:rPr>
                    <a:t>Calculate L0 norm </a:t>
                  </a:r>
                  <a:r>
                    <a:rPr lang="en-US" sz="3600" dirty="0"/>
                    <a:t>ℓ</a:t>
                  </a:r>
                  <a:r>
                    <a:rPr lang="en-US" sz="3600" baseline="-25000" dirty="0"/>
                    <a:t>0</a:t>
                  </a:r>
                  <a:r>
                    <a:rPr lang="en-US" sz="3600" dirty="0"/>
                    <a:t>(</a:t>
                  </a:r>
                  <a:r>
                    <a:rPr lang="en-US" sz="3600" i="1" dirty="0"/>
                    <a:t>t</a:t>
                  </a:r>
                  <a:r>
                    <a:rPr lang="en-US" sz="3600" dirty="0"/>
                    <a:t>) =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mas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a14:m>
                  <a:endParaRPr lang="en-US" sz="3198" dirty="0">
                    <a:latin typeface="Palatino"/>
                  </a:endParaRPr>
                </a:p>
              </p:txBody>
            </p:sp>
          </mc:Choice>
          <mc:Fallback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2640" y="-11155479"/>
                  <a:ext cx="4211887" cy="1230722"/>
                </a:xfrm>
                <a:prstGeom prst="rect">
                  <a:avLst/>
                </a:prstGeom>
                <a:blipFill>
                  <a:blip r:embed="rId3"/>
                  <a:stretch>
                    <a:fillRect l="-574" t="-5769" r="-3156" b="-15865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TextBox 79"/>
            <p:cNvSpPr txBox="1"/>
            <p:nvPr/>
          </p:nvSpPr>
          <p:spPr>
            <a:xfrm>
              <a:off x="10905902" y="-7714604"/>
              <a:ext cx="2048623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Palatino"/>
                </a:rPr>
                <a:t>Plot </a:t>
              </a:r>
              <a:r>
                <a:rPr lang="en-US" sz="3600" dirty="0"/>
                <a:t>ℓ</a:t>
              </a:r>
              <a:r>
                <a:rPr lang="en-US" sz="3600" baseline="-25000" dirty="0"/>
                <a:t>0</a:t>
              </a:r>
              <a:r>
                <a:rPr lang="en-US" sz="3600" dirty="0"/>
                <a:t>(</a:t>
              </a:r>
              <a:r>
                <a:rPr lang="en-US" sz="3600" i="1" dirty="0"/>
                <a:t>t</a:t>
              </a:r>
              <a:r>
                <a:rPr lang="en-US" sz="3600" dirty="0"/>
                <a:t>)</a:t>
              </a:r>
              <a:r>
                <a:rPr lang="en-US" sz="3600" dirty="0">
                  <a:latin typeface="Palatino"/>
                </a:rPr>
                <a:t> </a:t>
              </a:r>
              <a:endParaRPr lang="en-US" sz="3198" dirty="0">
                <a:latin typeface="Palatino"/>
              </a:endParaRPr>
            </a:p>
          </p:txBody>
        </p:sp>
        <p:cxnSp>
          <p:nvCxnSpPr>
            <p:cNvPr id="81" name="Straight Arrow Connector 80"/>
            <p:cNvCxnSpPr/>
            <p:nvPr/>
          </p:nvCxnSpPr>
          <p:spPr bwMode="auto">
            <a:xfrm>
              <a:off x="11561564" y="-8748543"/>
              <a:ext cx="20" cy="99143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Straight Arrow Connector 81"/>
            <p:cNvCxnSpPr>
              <a:stCxn id="80" idx="1"/>
              <a:endCxn id="102" idx="3"/>
            </p:cNvCxnSpPr>
            <p:nvPr/>
          </p:nvCxnSpPr>
          <p:spPr bwMode="auto">
            <a:xfrm flipH="1">
              <a:off x="10066851" y="-7391438"/>
              <a:ext cx="839050" cy="1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6" name="TextBox 85"/>
            <p:cNvSpPr txBox="1"/>
            <p:nvPr/>
          </p:nvSpPr>
          <p:spPr>
            <a:xfrm>
              <a:off x="6009110" y="-9458036"/>
              <a:ext cx="2376264" cy="584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98" i="1" dirty="0">
                  <a:latin typeface="Palatino"/>
                </a:rPr>
                <a:t>t = t </a:t>
              </a:r>
              <a:r>
                <a:rPr lang="en-US" sz="3198" dirty="0">
                  <a:latin typeface="Palatino"/>
                </a:rPr>
                <a:t>-1</a:t>
              </a:r>
              <a:endParaRPr lang="en-US" sz="3198" i="1" dirty="0">
                <a:latin typeface="Palatino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285699" y="-9370151"/>
              <a:ext cx="2551758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i="1" dirty="0">
                  <a:latin typeface="Palatino"/>
                </a:rPr>
                <a:t>t</a:t>
              </a:r>
              <a:r>
                <a:rPr lang="en-US" sz="3600" dirty="0">
                  <a:latin typeface="Palatino"/>
                </a:rPr>
                <a:t> = </a:t>
              </a:r>
              <a:r>
                <a:rPr lang="en-US" sz="3600" i="1" dirty="0" err="1">
                  <a:latin typeface="Palatino"/>
                </a:rPr>
                <a:t>t</a:t>
              </a:r>
              <a:r>
                <a:rPr lang="en-US" sz="3600" baseline="-25000" dirty="0" err="1">
                  <a:latin typeface="Palatino"/>
                </a:rPr>
                <a:t>min</a:t>
              </a:r>
              <a:r>
                <a:rPr lang="en-US" sz="3600" dirty="0">
                  <a:latin typeface="Palatino"/>
                </a:rPr>
                <a:t>?</a:t>
              </a:r>
              <a:endParaRPr lang="en-US" sz="3198" dirty="0">
                <a:latin typeface="Palatino"/>
              </a:endParaRPr>
            </a:p>
          </p:txBody>
        </p:sp>
        <p:cxnSp>
          <p:nvCxnSpPr>
            <p:cNvPr id="88" name="Straight Arrow Connector 87"/>
            <p:cNvCxnSpPr>
              <a:endCxn id="87" idx="0"/>
            </p:cNvCxnSpPr>
            <p:nvPr/>
          </p:nvCxnSpPr>
          <p:spPr bwMode="auto">
            <a:xfrm>
              <a:off x="11561562" y="-9944118"/>
              <a:ext cx="16" cy="573967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Straight Arrow Connector 89"/>
            <p:cNvCxnSpPr/>
            <p:nvPr/>
          </p:nvCxnSpPr>
          <p:spPr bwMode="auto">
            <a:xfrm flipH="1" flipV="1">
              <a:off x="8389106" y="-9131770"/>
              <a:ext cx="1893679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Straight Arrow Connector 92"/>
            <p:cNvCxnSpPr/>
            <p:nvPr/>
          </p:nvCxnSpPr>
          <p:spPr bwMode="auto">
            <a:xfrm>
              <a:off x="7850493" y="-10588961"/>
              <a:ext cx="900099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Straight Arrow Connector 95"/>
            <p:cNvCxnSpPr/>
            <p:nvPr/>
          </p:nvCxnSpPr>
          <p:spPr bwMode="auto">
            <a:xfrm flipH="1" flipV="1">
              <a:off x="5210101" y="-9907559"/>
              <a:ext cx="760814" cy="601439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0" name="TextBox 99"/>
            <p:cNvSpPr txBox="1"/>
            <p:nvPr/>
          </p:nvSpPr>
          <p:spPr>
            <a:xfrm>
              <a:off x="8937736" y="-9696843"/>
              <a:ext cx="1035731" cy="5844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98" b="1" dirty="0">
                  <a:latin typeface="Palatino"/>
                </a:rPr>
                <a:t>NO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1510835" y="-8576641"/>
              <a:ext cx="1035731" cy="5844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98" b="1" dirty="0">
                  <a:latin typeface="Palatino"/>
                </a:rPr>
                <a:t>YES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5800925" y="-8403445"/>
                  <a:ext cx="4265926" cy="202401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latin typeface="Palatino"/>
                    </a:rPr>
                    <a:t>Calculate curvature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𝜅</m:t>
                      </m:r>
                    </m:oMath>
                  </a14:m>
                  <a:r>
                    <a:rPr lang="en-US" sz="3198" dirty="0">
                      <a:latin typeface="Palatino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a14:m>
                  <a:endParaRPr lang="en-US" sz="3198" dirty="0">
                    <a:latin typeface="Palatino"/>
                  </a:endParaRPr>
                </a:p>
              </p:txBody>
            </p:sp>
          </mc:Choice>
          <mc:Fallback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0925" y="-8403445"/>
                  <a:ext cx="4265926" cy="2024016"/>
                </a:xfrm>
                <a:prstGeom prst="rect">
                  <a:avLst/>
                </a:prstGeom>
                <a:blipFill>
                  <a:blip r:embed="rId4"/>
                  <a:stretch>
                    <a:fillRect l="-2550" t="-3846" r="-5241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Arrow Connector 103"/>
            <p:cNvCxnSpPr>
              <a:stCxn id="102" idx="1"/>
              <a:endCxn id="106" idx="3"/>
            </p:cNvCxnSpPr>
            <p:nvPr/>
          </p:nvCxnSpPr>
          <p:spPr bwMode="auto">
            <a:xfrm flipH="1" flipV="1">
              <a:off x="5094149" y="-7919294"/>
              <a:ext cx="706777" cy="527857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-216521" y="-8519459"/>
                  <a:ext cx="5310669" cy="120032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latin typeface="Palatino"/>
                    </a:rPr>
                    <a:t>Find threshold (</a:t>
                  </a:r>
                  <a:r>
                    <a:rPr lang="en-US" sz="3600" i="1" dirty="0" err="1">
                      <a:latin typeface="Palatino"/>
                    </a:rPr>
                    <a:t>t</a:t>
                  </a:r>
                  <a:r>
                    <a:rPr lang="en-US" sz="3600" baseline="-25000" dirty="0" err="1">
                      <a:latin typeface="Palatino"/>
                    </a:rPr>
                    <a:t>final</a:t>
                  </a:r>
                  <a:r>
                    <a:rPr lang="en-US" sz="3600" dirty="0">
                      <a:latin typeface="Palatino"/>
                    </a:rPr>
                    <a:t>) at max curvature (</a:t>
                  </a:r>
                  <a14:m>
                    <m:oMath xmlns:m="http://schemas.openxmlformats.org/officeDocument/2006/math">
                      <m:r>
                        <a:rPr lang="en-US" sz="3198" i="1">
                          <a:latin typeface="Cambria Math" panose="02040503050406030204" pitchFamily="18" charset="0"/>
                        </a:rPr>
                        <m:t>𝜅</m:t>
                      </m:r>
                    </m:oMath>
                  </a14:m>
                  <a:r>
                    <a:rPr lang="en-US" sz="3198" baseline="-25000" dirty="0">
                      <a:latin typeface="Palatino"/>
                    </a:rPr>
                    <a:t>max</a:t>
                  </a:r>
                  <a:r>
                    <a:rPr lang="en-US" sz="3198" dirty="0">
                      <a:latin typeface="Palatino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6521" y="-8519459"/>
                  <a:ext cx="5310669" cy="1200329"/>
                </a:xfrm>
                <a:prstGeom prst="rect">
                  <a:avLst/>
                </a:prstGeom>
                <a:blipFill>
                  <a:blip r:embed="rId5"/>
                  <a:stretch>
                    <a:fillRect t="-6404" r="-912" b="-16256"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TextBox 106"/>
            <p:cNvSpPr txBox="1"/>
            <p:nvPr/>
          </p:nvSpPr>
          <p:spPr>
            <a:xfrm>
              <a:off x="-4482445" y="-8403447"/>
              <a:ext cx="3559147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Palatino"/>
                </a:rPr>
                <a:t>Segment at </a:t>
              </a:r>
              <a:r>
                <a:rPr lang="en-US" sz="3600" i="1" dirty="0" err="1">
                  <a:latin typeface="Palatino"/>
                </a:rPr>
                <a:t>t</a:t>
              </a:r>
              <a:r>
                <a:rPr lang="en-US" sz="3600" baseline="-25000" dirty="0" err="1">
                  <a:latin typeface="Palatino"/>
                </a:rPr>
                <a:t>final</a:t>
              </a:r>
              <a:r>
                <a:rPr lang="en-US" sz="3600" dirty="0">
                  <a:latin typeface="Palatino"/>
                </a:rPr>
                <a:t> </a:t>
              </a:r>
              <a:endParaRPr lang="en-US" sz="3198" dirty="0">
                <a:latin typeface="Palatino"/>
              </a:endParaRPr>
            </a:p>
          </p:txBody>
        </p:sp>
        <p:cxnSp>
          <p:nvCxnSpPr>
            <p:cNvPr id="108" name="Straight Arrow Connector 107"/>
            <p:cNvCxnSpPr>
              <a:stCxn id="106" idx="1"/>
              <a:endCxn id="107" idx="3"/>
            </p:cNvCxnSpPr>
            <p:nvPr/>
          </p:nvCxnSpPr>
          <p:spPr bwMode="auto">
            <a:xfrm flipH="1" flipV="1">
              <a:off x="-923298" y="-8080281"/>
              <a:ext cx="706777" cy="160987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TextBox 111"/>
            <p:cNvSpPr txBox="1"/>
            <p:nvPr/>
          </p:nvSpPr>
          <p:spPr>
            <a:xfrm>
              <a:off x="-3568329" y="-8980062"/>
              <a:ext cx="1858336" cy="6463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latin typeface="Palatino"/>
                </a:rPr>
                <a:t>Done</a:t>
              </a:r>
              <a:endParaRPr lang="en-US" sz="3198" b="1" dirty="0">
                <a:latin typeface="Palatino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-3869244" y="-12062357"/>
              <a:ext cx="1858336" cy="6463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latin typeface="Palatino"/>
                </a:rPr>
                <a:t>Start</a:t>
              </a:r>
              <a:endParaRPr lang="en-US" sz="3198" b="1" dirty="0">
                <a:latin typeface="Palatino"/>
              </a:endParaRPr>
            </a:p>
          </p:txBody>
        </p:sp>
        <p:cxnSp>
          <p:nvCxnSpPr>
            <p:cNvPr id="136" name="Straight Arrow Connector 135"/>
            <p:cNvCxnSpPr/>
            <p:nvPr/>
          </p:nvCxnSpPr>
          <p:spPr bwMode="auto">
            <a:xfrm>
              <a:off x="-407136" y="-10539325"/>
              <a:ext cx="668746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9275936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134011</TotalTime>
  <Words>71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Steven Roberts</cp:lastModifiedBy>
  <cp:revision>1136</cp:revision>
  <cp:lastPrinted>2019-08-21T22:37:20Z</cp:lastPrinted>
  <dcterms:created xsi:type="dcterms:W3CDTF">2006-01-13T03:24:31Z</dcterms:created>
  <dcterms:modified xsi:type="dcterms:W3CDTF">2020-10-11T20:04:26Z</dcterms:modified>
</cp:coreProperties>
</file>